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كويك هاندي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QuickHandy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الأقوى لخدمات الصيانة المنزلية عند الطلب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On-Demand Home Services Platform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المشكلة الأساسية - The Core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العثور على مساعدة موثوقة - Finding Reliable Help is a Struggle
</a:t>
            </a:r>
            <a:endParaRPr lang="en-US" sz="24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الثقة والجودة: صعوبة العثور على فنيين مهرة وموثوقين
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(Trust &amp; Quality: Hard to find verified, skilled technicians)
</a:t>
            </a:r>
            <a:endParaRPr lang="en-US" sz="24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أسعار غير واضحة: الرسوم الخفية والأسعار العشوائية تسبب النزاعات
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(Unclear Pricing: Hidden fees cause frustration)
</a:t>
            </a:r>
            <a:endParaRPr lang="en-US" sz="24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إهدار الوقت: الانتظار لساعات طويلة لفني قد لا يأتي أبداً
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(Wasted Time: Waiting for hours for technicians)
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الحل - 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كويك هاندي - بمثابة 'أوبر' لخدمات الصيانة المنزلية
</a:t>
            </a:r>
            <a:endParaRPr lang="en-US" sz="24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اتصال فوري (Instant Connection): اطلب الخدمة واحصل على أسعار في ثوانٍ
</a:t>
            </a:r>
            <a:endParaRPr lang="en-US" sz="24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مزايدة شفافة (Transparent Bidding): يقدم الفنيون عروض أسعار مسبقة ويختار العميل
</a:t>
            </a:r>
            <a:endParaRPr lang="en-US" sz="24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تتبع مباشر (Live Tracking): تابع وصول الفني عبر GPS مباشر
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الجمهور والقيمة المجتمعية (Egypt Focus)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 المستهدف (Target Audience):
</a:t>
            </a:r>
            <a:endParaRPr lang="en-US" sz="22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العملاء: أصحاب المنازل والمغتربون والمشغولون
</a:t>
            </a:r>
            <a:endParaRPr lang="en-US" sz="22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مقدمو الخدمات: العمال المهرة والشركات الصغيرة
</a:t>
            </a:r>
            <a:endParaRPr lang="en-US" sz="2200" dirty="0"/>
          </a:p>
          <a:p>
            <a:pPr algn="r"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للمجتمع والاقتصاد (Value to Economy):
</a:t>
            </a:r>
            <a:endParaRPr lang="en-US" sz="22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خلق فرص عمل ودمج القطاع غير الرسمي (Job Creation)
</a:t>
            </a:r>
            <a:endParaRPr lang="en-US" sz="22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تنظيم السوق وتقليل الاحتيال (Market Organization)
</a:t>
            </a:r>
            <a:endParaRPr lang="en-US" sz="22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منازل أكثر أماناً بعمالة تم التحقق منها (Safe Homes)
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نموذج الربح والعمل - 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تربح المنصة؟ (How we make money)
</a:t>
            </a:r>
            <a:endParaRPr lang="en-US" sz="2400" dirty="0"/>
          </a:p>
          <a:p>
            <a:pPr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نموذج عمولة 10% (10% Commission Model):
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تُخصم من المحفظة المسبقة الدفع للفني عند اكتمال العمل.
</a:t>
            </a:r>
            <a:endParaRPr lang="en-US" sz="2400" dirty="0"/>
          </a:p>
          <a:p>
            <a:pPr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مجاني 100% للعملاء (Zero Fees for Clients):
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العميل يدفع فقط قيمة الخدمة للفني.
</a:t>
            </a:r>
            <a:endParaRPr lang="en-US" sz="2400" dirty="0"/>
          </a:p>
          <a:p>
            <a:pPr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نظام المحفظة (Prepaid Wallet):
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ضمان تحصيل العمولة آلياً قبل السماح للفني بقبول وظائف جديدة.
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600"/>
                </a:solidFill>
              </a:rPr>
              <a:t>انضم إلينا - Join Us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أنت مستعد لإحداث ثورة في خدمات الصيانة المنزلية؟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Home Services?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قم بزيارة المنصة: quickhandy.vercel.app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2026-08-12T15:18:06Z</dcterms:created>
  <dcterms:modified xsi:type="dcterms:W3CDTF">2026-08-12T15:18:06Z</dcterms:modified>
</cp:coreProperties>
</file>